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263" r:id="rId10"/>
    <p:sldId id="264" r:id="rId11"/>
    <p:sldId id="266" r:id="rId12"/>
    <p:sldId id="269" r:id="rId13"/>
    <p:sldId id="267" r:id="rId14"/>
    <p:sldId id="268" r:id="rId15"/>
    <p:sldId id="271" r:id="rId16"/>
    <p:sldId id="272" r:id="rId17"/>
    <p:sldId id="273" r:id="rId18"/>
    <p:sldId id="276" r:id="rId19"/>
    <p:sldId id="270" r:id="rId20"/>
    <p:sldId id="265" r:id="rId21"/>
  </p:sldIdLst>
  <p:sldSz cx="18288000" cy="10287000"/>
  <p:notesSz cx="6858000" cy="9144000"/>
  <p:embeddedFontLst>
    <p:embeddedFont>
      <p:font typeface="Bookman Old Style" panose="02050604050505020204" pitchFamily="18" charset="0"/>
      <p:regular r:id="rId23"/>
      <p:bold r:id="rId24"/>
      <p:italic r:id="rId25"/>
      <p:boldItalic r:id="rId26"/>
    </p:embeddedFont>
    <p:embeddedFont>
      <p:font typeface="Cambria" panose="02040503050406030204" pitchFamily="18" charset="0"/>
      <p:regular r:id="rId27"/>
      <p:bold r:id="rId28"/>
      <p:italic r:id="rId29"/>
      <p:boldItalic r:id="rId30"/>
    </p:embeddedFont>
    <p:embeddedFont>
      <p:font typeface="Gotham" panose="020B0604020202020204" charset="0"/>
      <p:regular r:id="rId31"/>
      <p:bold r:id="rId32"/>
      <p:italic r:id="rId33"/>
      <p:boldItalic r:id="rId34"/>
    </p:embeddedFont>
    <p:embeddedFont>
      <p:font typeface="Gotham Bold Italics" panose="020B0604020202020204" charset="0"/>
      <p:regular r:id="rId31"/>
      <p:bold r:id="rId31"/>
      <p:italic r:id="rId35"/>
      <p:boldItalic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5" autoAdjust="0"/>
    <p:restoredTop sz="92060" autoAdjust="0"/>
  </p:normalViewPr>
  <p:slideViewPr>
    <p:cSldViewPr>
      <p:cViewPr varScale="1">
        <p:scale>
          <a:sx n="51" d="100"/>
          <a:sy n="51" d="100"/>
        </p:scale>
        <p:origin x="108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A2845-04C1-B844-ADAD-D2B7E6B10DA1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7F017-E2A4-1F44-B443-2B0FA90EE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7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940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5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745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DA23D-E090-D0E9-C8A5-C4AD1E142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50A00A-5F29-3E26-1E8F-276D8E48B5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AD3AE1-C544-FE4C-F43C-8879A3BC9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93763-2CFF-A774-E4C4-A4783F3A28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526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D436-A5EA-93C7-6A2B-5E7563E5D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02C7C-5860-DB36-75C2-B2A630001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54B7C-D205-566F-705D-3B1101D15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CF237-BECC-4009-C54B-219B21977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9591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AAFB3-1208-CB08-9BE5-B6B364769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EF280-CC82-C49F-8048-90FEAED25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88665-A4C2-C01A-1610-238C74FF0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32ADF-FDAB-B252-3C81-73C3037F6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020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1D4D5-3FCC-3A10-C91A-9888B2045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9F4CB6-2A43-150C-CB05-DFEBD58FD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8F6685-9582-59BC-A9D8-D89DF30E81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844CFC-5973-F1BD-E3BC-BE4E2ADA8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388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196689"/>
            <a:ext cx="4657090" cy="141179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END SEMESTER PROJECT REVIEW</a:t>
            </a:r>
          </a:p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Date: 06-05-2026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PORTAL MANAGEMENT SYSTEM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10500"/>
            <a:ext cx="9067800" cy="1391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P.LIKITHA HARSHINI DEVI– VTU26654– 23UECS0456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2084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pPr>
              <a:lnSpc>
                <a:spcPct val="150000"/>
              </a:lnSpc>
            </a:pP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Dr.S.Hemamalini</a:t>
            </a:r>
            <a:r>
              <a:rPr lang="en-US" sz="3000" dirty="0">
                <a:latin typeface="Cambria" panose="02040503050406030204" pitchFamily="18" charset="0"/>
                <a:ea typeface="Cambria" panose="02040503050406030204" pitchFamily="18" charset="0"/>
              </a:rPr>
              <a:t> – Assistant Professor(Senior Grade)-</a:t>
            </a:r>
            <a:r>
              <a:rPr lang="en-US" sz="3000" dirty="0" err="1">
                <a:latin typeface="Cambria" panose="02040503050406030204" pitchFamily="18" charset="0"/>
                <a:ea typeface="Cambria" panose="02040503050406030204" pitchFamily="18" charset="0"/>
              </a:rPr>
              <a:t>M.E,Ph.D</a:t>
            </a:r>
            <a:endParaRPr lang="en-IN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9 – Industry, Innovation and Infrastructure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50103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1816470" y="1707297"/>
            <a:ext cx="15099930" cy="118643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Job Portal System is a web-based platform designed to connect job seekers and employers in a unified and efficient environment.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It enables users to explore opportunities, apply for jobs, and manage recruitment activities seamlessly from anywhere.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provides a user-friendly interface that allows candidates to search and filter jobs based on skills, location, and experience.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This ensures a personalized and convenient job-hunting experience for every user.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create and publish job postings with detailed descriptions, requirements, and selection processes.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They can efficiently manage applications and shortlist candidates through a centralized dashboard.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platform supports profile creation and resume management, helping job seekers showcase their skills and qualifications effectively.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This increases visibility and improves their chances of getting selected.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Role-based authentication ensures secure and controlled access for Admin, Student, and Employer modules.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Each user type is provided with a customized dashboard based on their responsibilities.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maintains a record of all job applications and provides real-time updates on application status.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This improves transparency and keeps users informed throughout the recruitment process.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By automating job posting, application tracking, and communication, the system reduces manual effort and saves time.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It enhances efficiency and accuracy in the hiring workflow.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Overall, the Job Portal System modernizes the traditional recruitment process by making it faster, more organized, and accessible.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It acts as a comprehensive solution for managing job opportunities and candidate applications effectively.</a:t>
            </a: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C6B3991-F175-960C-03ED-447F68E52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76975" y="2088140"/>
            <a:ext cx="15082325" cy="11726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recruitment processes are often manual, unorganized, and time-consuming, leading to delays in hiring.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seekers need to visit multiple platforms and websites to find suitable job opportunities, which is inefficient.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system available to track job applications and monitor their current status.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struggle to manage and organize large numbers of applicants effectively.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Lack of a centralized database leads to data mismanagement and difficulty in accessing information.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is difficult to filter candidates based on required skills, qualifications, and experience.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no proper communication system between job seekers and employers for updates and notifications.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There is a high risk of duplicate applications or missing application records in manual systems.</a:t>
            </a:r>
          </a:p>
          <a:p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49761" y="1922255"/>
            <a:ext cx="15082325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design and develop a comprehensive web-based Job Portal System that enables job seekers to efficiently search, filter, and apply for job opportunities based on their skills, qualifications, and preferences, while providing a user-friendly interface that enhances accessibility, simplifies the job application process, and improves the overall user experience.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build a centralized recruitment platform that allows employers and administrators to create and manage job postings, track and review candidate applications, and streamline the hiring workflow through automation, role-based access control, and secure data management, thereby increasing efficiency, transparency, and effectiveness in the recruitment process.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90500" y="45585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94863" y="2138393"/>
            <a:ext cx="15082325" cy="1089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is a web-based Job Portal Management System.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allows users to register and log in securely.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seekers can create profiles and upload resumes.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Users can search and filter jobs based on skills and location.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Job seekers can apply for jobs and track their application status.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post, edit, and delete job vacancies.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view applicants and shortlist or reject candidates.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system stores all data in a centralized database and provides real-time updates.</a:t>
            </a: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76975" y="1181100"/>
            <a:ext cx="15082325" cy="108645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16E457E7-6CC0-C725-E8E8-35EC0C0A0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AD377AD-DD63-4576-1CF6-264C9E42AC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55"/>
          <a:stretch>
            <a:fillRect/>
          </a:stretch>
        </p:blipFill>
        <p:spPr>
          <a:xfrm>
            <a:off x="5053787" y="1395955"/>
            <a:ext cx="7739028" cy="872251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120BBE-D4AE-FD0D-8513-0C9EDAABA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65FCDA2F-6EEE-F6C2-CC63-A61A668A669C}"/>
              </a:ext>
            </a:extLst>
          </p:cNvPr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E537568-0DDA-9F70-0404-7CD901B3586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76EED94-8DC2-AB57-EB1F-C89546181F9D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0C8074C1-B01B-C07A-6EDA-30BB005A0293}"/>
              </a:ext>
            </a:extLst>
          </p:cNvPr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0FA6438-64BE-5725-3513-D92D4BE594E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66AA46D-E494-5E76-556E-6E1A9BF4260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7723B3F-5335-E2DB-02F8-B61BB91E1DD1}"/>
              </a:ext>
            </a:extLst>
          </p:cNvPr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08A211E7-0426-BCA1-2C39-2EDEAA3D7C1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3DFE801-E11C-63ED-631A-B9E88C2D0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E7E3F35-5FF5-36D3-A89C-173EDBDDB762}"/>
              </a:ext>
            </a:extLst>
          </p:cNvPr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AA02A412-39D3-47B6-721F-2CFED26C2FE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A9A639-BB68-1857-4DE9-200267BFBA2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8B0D992F-4FCD-83E3-FD6E-4F4B74D953E0}"/>
              </a:ext>
            </a:extLst>
          </p:cNvPr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F31A660E-B956-686A-D943-A35AE5624B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C8A63C00-B485-59B8-F20A-B2526C63CCD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6F6B78CA-3BE9-CC9C-BFAD-162A3AFFFEA1}"/>
              </a:ext>
            </a:extLst>
          </p:cNvPr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3D39F65A-B918-B747-C6C6-49970F4FEC7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0ADF056-4B48-2785-B93A-57BB5583CCF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7830DC6-27C1-0B67-328D-0FA1E0D66515}"/>
              </a:ext>
            </a:extLst>
          </p:cNvPr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9FCF4ED1-C99E-F706-FA0F-608803A2C2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C63080DD-71BF-762C-8640-A9ECFBE696E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B3D72F49-9BD5-3691-737C-DD82CFD704A5}"/>
              </a:ext>
            </a:extLst>
          </p:cNvPr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77B05D06-A5BA-F7A2-DD00-8A9D63A1F2E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6A2CF642-5BEF-199C-3B9F-A278F22973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0DC34337-8CBA-46A1-5D63-DE1711C089EE}"/>
              </a:ext>
            </a:extLst>
          </p:cNvPr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00E01612-CF4E-2538-55E7-C121C491F6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09B5C74-96D4-DC02-41A0-2C5C141D990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>
            <a:extLst>
              <a:ext uri="{FF2B5EF4-FFF2-40B4-BE49-F238E27FC236}">
                <a16:creationId xmlns:a16="http://schemas.microsoft.com/office/drawing/2014/main" id="{A8C66314-1914-D8A0-5244-F8A119793BF2}"/>
              </a:ext>
            </a:extLst>
          </p:cNvPr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>
              <a:extLst>
                <a:ext uri="{FF2B5EF4-FFF2-40B4-BE49-F238E27FC236}">
                  <a16:creationId xmlns:a16="http://schemas.microsoft.com/office/drawing/2014/main" id="{362D80A8-2C6F-0D13-9E38-3B1DF35737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>
              <a:extLst>
                <a:ext uri="{FF2B5EF4-FFF2-40B4-BE49-F238E27FC236}">
                  <a16:creationId xmlns:a16="http://schemas.microsoft.com/office/drawing/2014/main" id="{437FC99C-9411-FE63-E1EE-FC6A7788748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5974823D-264D-3302-0919-90A92F55C1E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77069B-D36B-A183-A0E7-5BC3AB84662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A127B1-4DC4-DAFB-AF0D-38FE009AEA5E}"/>
              </a:ext>
            </a:extLst>
          </p:cNvPr>
          <p:cNvSpPr txBox="1"/>
          <p:nvPr/>
        </p:nvSpPr>
        <p:spPr>
          <a:xfrm>
            <a:off x="2176975" y="1181100"/>
            <a:ext cx="15082325" cy="938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registration details, login credentials, job postings, resume uploads, and job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User authentication, job search and filtering, application submission, validation, and status tracking.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Stores user details, employer details, job listings, applications, and resume files.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Job listings, application status updates, notifications, user dashboard, and employer reports.</a:t>
            </a:r>
          </a:p>
          <a:p>
            <a:pPr marL="457200" indent="-457200">
              <a:buFontTx/>
              <a:buChar char="-"/>
            </a:pP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BEB47EAC-0F91-AE02-4A84-64D6ECC5FF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3350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41FF1A-2E61-165B-C4F4-B12FDD02A1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29" t="4878" r="2348"/>
          <a:stretch>
            <a:fillRect/>
          </a:stretch>
        </p:blipFill>
        <p:spPr>
          <a:xfrm>
            <a:off x="5638800" y="1638300"/>
            <a:ext cx="7872678" cy="82296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981200" y="2040097"/>
            <a:ext cx="15082325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- HTML5 , CSS3 , JavaScript , Bootstrap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Java, Spring Boot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MySQL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Visual Studio Code, MySQL Workbench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Requirements: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System with minimum 4GB RAM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JDK 8 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Spring Boot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MySQL Server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- Web Browser (Chrome)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4">
            <a:extLst>
              <a:ext uri="{FF2B5EF4-FFF2-40B4-BE49-F238E27FC236}">
                <a16:creationId xmlns:a16="http://schemas.microsoft.com/office/drawing/2014/main" id="{EDC822F2-408B-6FF1-F9DE-1C545AB40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6528" y="2444223"/>
            <a:ext cx="14158743" cy="51090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secure user and admin registration and login with role-based access.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Allows users to view jobs, apply for jobs, and submit personal, educational details, and resumes.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Enables admin to manage job postings and review, shortlist, or reject applicants.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Management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Manages creation, updating, and deletion of job postings.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Management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Handles storage and tracking of all job applications and their status.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 Module: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Stores all user data, job details, applications, and resume information securely.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275A1-13FA-B24A-438D-77EB2A87B09F}"/>
              </a:ext>
            </a:extLst>
          </p:cNvPr>
          <p:cNvSpPr txBox="1"/>
          <p:nvPr/>
        </p:nvSpPr>
        <p:spPr>
          <a:xfrm>
            <a:off x="7696200" y="1372210"/>
            <a:ext cx="475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F7B352-25F0-36AE-794E-B41AB4C5DCC8}"/>
              </a:ext>
            </a:extLst>
          </p:cNvPr>
          <p:cNvSpPr txBox="1"/>
          <p:nvPr/>
        </p:nvSpPr>
        <p:spPr>
          <a:xfrm>
            <a:off x="1905001" y="7930502"/>
            <a:ext cx="1569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This is the main entry page of the Job Portal where users can navigate to login or sign 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provides an overview of the platform and allows users to explore job opportunities or get started.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C80A8B20-1F25-C2EE-63FB-42831538C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078" y="2254251"/>
            <a:ext cx="12097644" cy="558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B656C-F43C-A151-4566-7E0B3BBECF45}"/>
              </a:ext>
            </a:extLst>
          </p:cNvPr>
          <p:cNvSpPr txBox="1"/>
          <p:nvPr/>
        </p:nvSpPr>
        <p:spPr>
          <a:xfrm>
            <a:off x="6356023" y="1369134"/>
            <a:ext cx="47718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A1E25-03A2-030F-B662-D986C4F0FAEF}"/>
              </a:ext>
            </a:extLst>
          </p:cNvPr>
          <p:cNvSpPr txBox="1"/>
          <p:nvPr/>
        </p:nvSpPr>
        <p:spPr>
          <a:xfrm>
            <a:off x="2585301" y="7542776"/>
            <a:ext cx="1372095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users or employer to create a new account by entering details like name, email,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ensures secure user or employer registration and provides access to the job portal features after successful signup.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D07F82-1D7D-18F4-5F67-9676B0CD8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6945" y="2208767"/>
            <a:ext cx="10362343" cy="533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4BEB7-42CD-115A-E499-D08EC2B51735}"/>
              </a:ext>
            </a:extLst>
          </p:cNvPr>
          <p:cNvSpPr txBox="1"/>
          <p:nvPr/>
        </p:nvSpPr>
        <p:spPr>
          <a:xfrm>
            <a:off x="7606006" y="1214838"/>
            <a:ext cx="28994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8491B-92E9-5A7F-1666-190C36EBD9A8}"/>
              </a:ext>
            </a:extLst>
          </p:cNvPr>
          <p:cNvSpPr txBox="1"/>
          <p:nvPr/>
        </p:nvSpPr>
        <p:spPr>
          <a:xfrm>
            <a:off x="2225050" y="7515983"/>
            <a:ext cx="1426159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registered users or employers to log in using their email and password.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provides two separate logins one for admin and other for user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11C3DE-69EF-69C3-A618-FA4F13C6F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337" y="1937589"/>
            <a:ext cx="11559325" cy="517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EA5319-0B33-07AE-8C86-82D029FBFC53}"/>
              </a:ext>
            </a:extLst>
          </p:cNvPr>
          <p:cNvSpPr txBox="1"/>
          <p:nvPr/>
        </p:nvSpPr>
        <p:spPr>
          <a:xfrm>
            <a:off x="5614848" y="1275323"/>
            <a:ext cx="60285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JOB POSTING PAGE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3D7184-DD7C-ED8B-F87A-7B24A8F8D34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372" r="6439"/>
          <a:stretch>
            <a:fillRect/>
          </a:stretch>
        </p:blipFill>
        <p:spPr>
          <a:xfrm>
            <a:off x="1758330" y="2475170"/>
            <a:ext cx="7384146" cy="630290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7989730E-1B03-6083-BF5F-1343D74CDF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826" y="2402993"/>
            <a:ext cx="7630586" cy="637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B2C194-8054-109A-8EE3-412E3D9CE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B62333FF-55BC-62B6-6371-72B5C2F6877E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DB43F7D-E99A-3082-52B3-13374FCCFB7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5755CCA-C0C8-F17B-1E8A-5783EE770ECE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8(D)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DC2F419-E154-8127-7A7E-D8125C33557F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6DFFE20-D36C-2238-3895-F042C5F122E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838C3A07-5BCD-6F99-A8C2-0535B5F0FE9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163CF137-14A1-3B14-93D5-D3880857F651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25856C5-81A8-B2B7-FDD4-B9AD83C568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44EBA42-79B6-A479-9F7B-F8268D5AEBF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0DCCF08-90C9-C9DB-A6F4-7236C9C408E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5AE877C9-EA89-BF91-9743-BF6642CAB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B78E3713-142F-9F58-D2E8-7BFCA6BAF2E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12060018-1208-5D33-0A79-10CEE5A7CE57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5F84339-96B0-C013-5C8D-0FBD8E81DB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B13E3A3-ED77-5B21-0638-992D305083C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165E30-3AFD-0F72-1794-505AD16C208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5558CF-9250-2654-1B48-F50107DB4F5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9C85B1B0-E1B8-397A-3581-77F3E7E2F8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02AE1FF7-1D7B-7255-81F8-5827F54C573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37DF40B-8FED-0A39-D2E5-C17EEE20EA2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5601843-65BA-09E6-9884-DB02F3560BF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5BCB3D17-FBDC-1F95-4331-222DFD2BB0D2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8CDA1DE-7D96-1352-7D39-D7207F22D73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3A5E5D0-9CCB-9151-1B11-49167FE6F8C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5317B326-9BC1-726E-5C29-A3937A78B232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A093933-F9C6-8CFE-89C6-2F132C2AD13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32454929-C98E-8F6B-53E8-795B90F7CA5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1321759C-578E-151E-07C6-0A45C6753C16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34CAF82-1CBC-9427-F2F5-FA4A73C1917A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D98207C4-46BD-F847-1658-184D5CB92FB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44520F27-A14A-916A-2BA9-6838A510E8E7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7E8411FA-55B3-6055-3033-48846ECD78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EFEE5-5A76-C4A5-88EE-82AE35D957E4}"/>
              </a:ext>
            </a:extLst>
          </p:cNvPr>
          <p:cNvSpPr txBox="1"/>
          <p:nvPr/>
        </p:nvSpPr>
        <p:spPr>
          <a:xfrm>
            <a:off x="7378504" y="1230020"/>
            <a:ext cx="34547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MODULE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FBF942-8C5D-B759-0A38-C4BE11021F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5613" y="2245318"/>
            <a:ext cx="13927494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1867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187AC-E56D-5248-F9F8-F5819C57E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4698480-3D06-6C58-CC82-514734E15838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78F37E3-9B93-AE02-B772-F48C6293BD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1747B5E-A627-0449-CE02-72B6098B13C3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8(E)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64CB8F7-3AF6-1108-C2B9-D0A36C8001F3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2139128-5DB5-9091-1EAD-1C4F6BE05D5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30CBD1B-53B1-4636-FD1D-91577A0C8DB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10E973D-0968-4727-AB5B-25210BD28300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544A67-1499-6935-078D-E0C134B80E4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4EC4E02B-3198-170E-31F6-7642637E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8A07A4F-29B4-6D7C-CAD2-7B1880D5C6C2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E478581-ED86-E21F-B670-CF396BC13F1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C563404-D40A-FFCF-E8B0-59B0612F48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2852ABF-D3E8-3145-353E-DB9CD5A0358A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D53BFC7-569D-2097-71C6-AD4B06A0540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A969066-7E6C-A393-697B-C2B8288F380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AB29B4C-914B-3081-4A26-9699046DBB1F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4E7F527-3EA9-E1B0-115B-84CAFABAD0A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4CB64685-9C4E-3801-4B04-9495B0A687C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40A4FFA3-C06C-EFC1-FED9-D3C9BE4AF7F8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69A5603-4080-5790-D408-3450AD345E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72CE0E3B-8A44-0A02-B5CD-06E5D565727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E546AA40-7AD8-329D-732B-A16E9C74A6B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C6108D9-85DD-5FC8-5F9A-AD694A2936E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C216D88-6B8A-D410-37D5-74E902DBBDA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F0B99ED-54A8-92EE-9898-C398304DB3A6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1DAB2AB-54CF-9FD8-B1E4-010149B5A56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F9B3B8E-4644-702F-1E0C-85D9FCEEBD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882A71B6-8CB0-B2D3-6506-8389FFA7796C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F37468C3-FA46-705E-2C80-C92F1BCAB64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14817118-C86D-9A56-1750-6D9A7B14FA0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809C7EDF-3E23-4F47-EE6E-F95650E4BE7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B5C05DB-C1E0-9450-77CA-B6B80B5CBB0E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CB4C5-324C-67C9-CC0B-35657F84271E}"/>
              </a:ext>
            </a:extLst>
          </p:cNvPr>
          <p:cNvSpPr txBox="1"/>
          <p:nvPr/>
        </p:nvSpPr>
        <p:spPr>
          <a:xfrm>
            <a:off x="6392769" y="1146935"/>
            <a:ext cx="52502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MODULE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3739FB-9C67-C841-8B88-4B6EF34A58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6626" y="1983948"/>
            <a:ext cx="13441651" cy="682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6217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5FEFF-7E92-B3A8-1EFF-C2E229189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8077174-DDD1-7261-93EF-68F5BEE6DA5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DC13E98-A2B0-B258-B938-405E97116F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B3A2114-F634-473F-F799-A871DB7EBC6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8(F)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010598B-6D40-7127-4E1A-27F2C18263D0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4D06339-A381-F732-B107-073E7C4E08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2250B92-386A-0290-B2A9-623C451A30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BF87B87-7EF0-0B86-A6D9-CDE48B92AE85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A776EE4-7AC0-8400-C960-BEB7E5F8F7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1CC29D1-2E74-25E1-D5C4-FF4FCB787BB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ACDBD1B3-EFE3-52A7-74CE-F95EF4A17A83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E94E15C-838C-0767-66FF-251DB9DBC5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C562C6F-CB2D-55B2-7A45-D1887B7720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90268BE-7543-A824-F154-1366723F859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732C978-33E1-5F71-C647-C61B2E9EBA4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758969F-BB60-9805-E53D-B8FA41B1E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FD1BA0F9-F450-FD66-25BA-A72EA8928798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D0223AC-3B88-6694-EF4A-A31EC8868F0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BA97716-9B4B-102A-706D-FAE65E3E198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C615E94-0835-B71B-FBEE-B64BA27E9B2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6A93EDA1-78CC-298E-1D82-1A311323A0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A8857637-3848-EBFA-4704-7041674EB3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207FF2B0-68E9-88CF-F6C0-60561B6F8A9B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BB341B07-B3B0-765C-7A54-FE873BEEA2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BE56054-9829-93E0-CE0C-F0CF759CF42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958F60C-0BFC-7F35-CDF1-0E8CE6AEA0CE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B9F76F1-3F68-DF56-E14A-D7F0C2F0F7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E71D209-7837-18EA-916E-D02A268A18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DD06A2D2-CD2D-2EF2-7CC6-760B405DC5EB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EFBBDC0-D865-38C7-B786-4ADA9DBAED2F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4EF92F2-654B-6A8E-1D3A-A32ECFC3A9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2A80EFC7-7710-7696-3046-AA900A94A195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5B96202-A31A-E367-A77D-A41693B6B74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6EE82-BF90-3D0B-D5EE-A3CD8BF1A43D}"/>
              </a:ext>
            </a:extLst>
          </p:cNvPr>
          <p:cNvSpPr txBox="1"/>
          <p:nvPr/>
        </p:nvSpPr>
        <p:spPr>
          <a:xfrm>
            <a:off x="6392769" y="1146935"/>
            <a:ext cx="74353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APPLICANT MANAGEMENT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10EEBE-2712-45B4-8BC4-EDB278409951}"/>
              </a:ext>
            </a:extLst>
          </p:cNvPr>
          <p:cNvSpPr txBox="1"/>
          <p:nvPr/>
        </p:nvSpPr>
        <p:spPr>
          <a:xfrm>
            <a:off x="3039551" y="6611516"/>
            <a:ext cx="132738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page allows employers to view all applicants for a specific job along with details like name, email, background, and resume.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enables employers to update application status by shortlisting or rejecting candidates.</a:t>
            </a:r>
          </a:p>
          <a:p>
            <a:br>
              <a:rPr lang="en-US" sz="3200" dirty="0"/>
            </a:br>
            <a:br>
              <a:rPr lang="en-US" sz="3200" dirty="0"/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E3B7DE-B6B4-8736-BA2D-629FB88D78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3262"/>
          <a:stretch>
            <a:fillRect/>
          </a:stretch>
        </p:blipFill>
        <p:spPr>
          <a:xfrm>
            <a:off x="3572358" y="1870830"/>
            <a:ext cx="12208253" cy="474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935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EE5407-290B-7D1D-A825-4480F99C3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9B1C4258-337D-E6D1-55F9-1B273E7CDDB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89C11FE-B818-B483-347C-213C760F13F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E327182-9FC1-89AF-366C-84D819D399E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8(F)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EACF7C2A-3449-7F04-7730-0A46A0376444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892B12C-8C3C-BE2B-1BB6-0B89614F86C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77D315D6-8ED9-AF01-FF5C-D30982AD867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51F4FBAE-3AF1-0894-4F24-A1F1CB873066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8BF1FB7-9BCE-D4AF-249D-919F1A12D42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6E0A263E-FDE1-8BD9-F2B6-4FE92DFD7F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F6CBB6E0-9EDB-77AF-10B9-66BA057C8C9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3BB0C2-B873-D2AF-AD3B-E7AC7D2392C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5CA1575-3E29-2A5F-1A05-596FABBA9B1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FA03F5F-14FA-3549-9E0F-48B5801C1B2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BDC70317-81E5-A541-4A18-1390FF89874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3816C517-A6FD-6704-E8D5-08D0FE191A7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15BF3A7E-5B06-B468-76C9-02E638D031DA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20774B92-CE43-AB0E-434A-62C868AFBD8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DD30D23-63D9-79DD-BD7F-D857EE83AC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71FC2157-AD56-9C13-3469-0353C8E6CA47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71D718D6-7BD6-CD70-48B9-C7E92698E84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12DAAE38-3B75-E1E4-A10A-54FFBC0734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E60EA00E-7E06-92DD-E959-ED898115E2B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0B1041E-6F83-86A0-9475-8B3FB1A93F7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EA7D5493-5EE7-283A-BE76-C8B03E3F71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C6B207F-66AC-FB85-2664-53FA96C2AF52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5E968373-820F-EDF3-31E3-B1EBB4E6395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471DC1A3-A122-41B7-FEA0-B98D2FD2CC1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620358F0-BA07-70CC-7667-241644FA59C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FDE53FED-B5A4-1D98-2AB0-7EA181F62492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073C82E4-49F1-370C-A229-E36A668CA9E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85CA3D-F0AB-D1F5-C23D-54559E87F1CE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B85F7C2-C05A-65EF-19D2-119BF399189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9E6D48-DDF2-C842-75E2-A55CCFED6483}"/>
              </a:ext>
            </a:extLst>
          </p:cNvPr>
          <p:cNvSpPr txBox="1"/>
          <p:nvPr/>
        </p:nvSpPr>
        <p:spPr>
          <a:xfrm>
            <a:off x="6396784" y="1336018"/>
            <a:ext cx="5490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DATABASE:MYSQL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3CD6EE4-65C4-1E83-881B-4776A61D3D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3656" y="2475171"/>
            <a:ext cx="10955279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0388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F6650-A943-C59C-FFEF-E35B35BB2DCC}"/>
              </a:ext>
            </a:extLst>
          </p:cNvPr>
          <p:cNvSpPr txBox="1"/>
          <p:nvPr/>
        </p:nvSpPr>
        <p:spPr>
          <a:xfrm>
            <a:off x="2677693" y="2019513"/>
            <a:ext cx="10035248" cy="48936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ADVANTAGES: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Reduces manual recruitment process and saves time.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job search and application for users.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Employers can manage job postings and applicants efficiently.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real-time application tracking and updates.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Centralized database ensures organized data management.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Requires internet and system availability.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Basic security (can be improved with advanced encryption).</a:t>
            </a:r>
            <a:b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Depends on server availability (Spring Boot/MySQL).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4877</TotalTime>
  <Words>1449</Words>
  <Application>Microsoft Office PowerPoint</Application>
  <PresentationFormat>Custom</PresentationFormat>
  <Paragraphs>370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Bookman Old Style</vt:lpstr>
      <vt:lpstr>Calibri</vt:lpstr>
      <vt:lpstr>Gotham</vt:lpstr>
      <vt:lpstr>Gotham Bold Italics</vt:lpstr>
      <vt:lpstr>Cambria</vt:lpstr>
      <vt:lpstr>Aptos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Likhitha Posham</cp:lastModifiedBy>
  <cp:revision>20</cp:revision>
  <dcterms:created xsi:type="dcterms:W3CDTF">2006-08-16T00:00:00Z</dcterms:created>
  <dcterms:modified xsi:type="dcterms:W3CDTF">2026-05-05T19:50:18Z</dcterms:modified>
  <dc:identifier>DAHCaYqJ9OU</dc:identifier>
</cp:coreProperties>
</file>